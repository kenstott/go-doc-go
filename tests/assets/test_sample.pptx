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for Go parser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first bullet point</a:t>
            </a:r>
          </a:p>
          <a:p>
            <a:r>
              <a:t>This is the second bullet point</a:t>
            </a:r>
          </a:p>
          <a:p>
            <a:r>
              <a:t>This is the third bullet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Row 1,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1, Col 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Row 2,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2, Col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